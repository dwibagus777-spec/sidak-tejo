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9144000" cy="6858000" type="screen4x3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presProps" Target="presProps.xml"/>
  <Relationship Id="rId5" Type="http://schemas.openxmlformats.org/officeDocument/2006/relationships/viewProps" Target="viewProps.xml"/>
  <Relationship Id="rId6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76153345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42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571500"/>
          <a:ext cx="5334000" cy="4000500"/>
          <a:chOff x="0" y="571500"/>
          <a:chExt cx="5334000" cy="4000500"/>
        </a:xfrm>
      </p:grpSpPr>
      <p:sp>
        <p:nvSpPr>
          <p:cNvPr id="2" name=""/>
          <p:cNvSpPr txBox="1"/>
          <p:nvPr/>
        </p:nvSpPr>
        <p:spPr>
          <a:xfrm>
            <a:off x="0" y="571500"/>
            <a:ext cx="5334000" cy="3429000"/>
          </a:xfrm>
          <a:prstGeom prst="rect">
            <a:avLst/>
          </a:prstGeom>
          <a:solidFill>
            <a:srgbClr val="009BAA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LAPORAN TEMUAN
EMERGENCY
]]></a:t>
            </a:r>
            <a:r>
              <a:rPr lang="en-US" b="1" strike="noStrike" sz="2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UP3 SIDOARJO
ULP SIDOARJO KOTA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62">
  <a:themeElements>
    <a:clrScheme name="Theme6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62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6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Unknown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 Creator</dc:creator>
  <cp:lastModifiedBy>Unknown Creator</cp:lastModifiedBy>
  <dcterms:created xsi:type="dcterms:W3CDTF">2026-08-19T10:57:52Z</dcterms:created>
  <dcterms:modified xsi:type="dcterms:W3CDTF">2026-08-19T10:57:52Z</dcterms:modified>
  <dc:title>Untitled Presentation</dc:title>
  <dc:description/>
  <dc:subject/>
  <cp:keywords/>
  <cp:category/>
  <cp:revision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