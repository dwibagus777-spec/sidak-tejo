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615181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1333500"/>
          <a:ext cx="6858000" cy="3048000"/>
          <a:chOff x="381000" y="1333500"/>
          <a:chExt cx="6858000" cy="3048000"/>
        </a:xfrm>
      </p:grpSpPr>
      <p:sp>
        <p:nvSpPr>
          <p:cNvPr id="2" name=""/>
          <p:cNvSpPr txBox="1"/>
          <p:nvPr/>
        </p:nvSpPr>
        <p:spPr>
          <a:xfrm>
            <a:off x="381000" y="1333500"/>
            <a:ext cx="6477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200" spc="0" u="none" cap="none">
                <a:solidFill>
                  <a:srgbClr val="008080">
                    <a:alpha val="100000"/>
                  </a:srgbClr>
                </a:solidFill>
                <a:latin typeface="Calibri"/>
              </a:rPr>
              <a:t><![CDATA[LAPORAN TEMUAN EMERGENCY
]]></a:t>
            </a:r>
            <a:r>
              <a:rPr lang="en-US" b="1" strike="noStrike" sz="2400" spc="0" u="none" cap="none">
                <a:solidFill>
                  <a:srgbClr val="003637">
                    <a:alpha val="100000"/>
                  </a:srgbClr>
                </a:solidFill>
                <a:latin typeface="Calibri"/>
              </a:rPr>
              <a:t><![CDATA[UP3 SIDOARJO
ULP SIDOARJO KOTA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38125"/>
          <a:ext cx="8715375" cy="4095750"/>
          <a:chOff x="381000" y="238125"/>
          <a:chExt cx="8715375" cy="4095750"/>
        </a:xfrm>
      </p:grpSpPr>
      <p:sp>
        <p:nvSpPr>
          <p:cNvPr id="2" name=""/>
          <p:cNvSpPr txBox="1"/>
          <p:nvPr/>
        </p:nvSpPr>
        <p:spPr>
          <a:xfrm>
            <a:off x="381000" y="238125"/>
            <a:ext cx="6858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LIST TO EMERGENCY ULP SIDOARJO KOTA P . SURABAY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714875" y="952500"/>
            <a:ext cx="4000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Hotspot joint konduktor phasa T 115°C di TM11 PT. Tunas baru lampung.Zona 2. P. Surabaya
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6">
  <a:themeElements>
    <a:clrScheme name="Theme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2026-08-19T10:32:20Z</dcterms:created>
  <dcterms:modified xsi:type="dcterms:W3CDTF">2026-08-19T10:32:20Z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